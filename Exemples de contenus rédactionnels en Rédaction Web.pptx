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8/28/2023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8/28/2023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8/28/2023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8/28/2023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8/28/2023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8/28/2023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8/28/2023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8/28/2023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5400" b="1" dirty="0" smtClean="0"/>
              <a:t>Exemples de contenus rédactionnels en Rédaction Web</a:t>
            </a:r>
            <a:endParaRPr lang="fr-FR" sz="5400" b="1" dirty="0"/>
          </a:p>
        </p:txBody>
      </p:sp>
    </p:spTree>
    <p:extLst>
      <p:ext uri="{BB962C8B-B14F-4D97-AF65-F5344CB8AC3E}">
        <p14:creationId xmlns:p14="http://schemas.microsoft.com/office/powerpoint/2010/main" val="630352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255357" y="3187215"/>
            <a:ext cx="3872248" cy="527353"/>
          </a:xfrm>
        </p:spPr>
        <p:txBody>
          <a:bodyPr/>
          <a:lstStyle/>
          <a:p>
            <a:pPr algn="ctr"/>
            <a:r>
              <a:rPr lang="fr-FR" sz="2000" b="1" dirty="0" smtClean="0"/>
              <a:t>Articles de Blog</a:t>
            </a:r>
            <a:endParaRPr lang="fr-FR" sz="2000" b="1" dirty="0"/>
          </a:p>
        </p:txBody>
      </p:sp>
      <p:pic>
        <p:nvPicPr>
          <p:cNvPr id="5" name="Image 4" descr="C:\Users\OS\Desktop\D-CLIC MARKETING\Redaction Web\Projet deux\Photos\Livre blanc RedWeb\Screenshot_20230922-101717.png~2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638" y="251951"/>
            <a:ext cx="3354070" cy="231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 5" descr="C:\Users\OS\Desktop\D-CLIC MARKETING\Redaction Web\Projet deux\Photos\Livre blanc RedWeb\Screenshot_20230922-101832.png~2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638" y="3011848"/>
            <a:ext cx="3354070" cy="3279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 6" descr="C:\Users\OS\Desktop\D-CLIC MARKETING\Redaction Web\Projet deux\Photos\Livre blanc RedWeb\Screenshot_20230922-101755.png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163" y="251951"/>
            <a:ext cx="3353435" cy="61861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93088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056477" y="6027312"/>
            <a:ext cx="8684503" cy="527353"/>
          </a:xfrm>
        </p:spPr>
        <p:txBody>
          <a:bodyPr/>
          <a:lstStyle/>
          <a:p>
            <a:pPr algn="ctr"/>
            <a:r>
              <a:rPr lang="fr-FR" sz="2000" b="1" dirty="0" smtClean="0"/>
              <a:t>Communiqués de Presse</a:t>
            </a:r>
            <a:endParaRPr lang="fr-FR" sz="2000" b="1" dirty="0"/>
          </a:p>
        </p:txBody>
      </p:sp>
      <p:pic>
        <p:nvPicPr>
          <p:cNvPr id="8" name="Image 7" descr="C:\Users\OS\Desktop\D-CLIC MARKETING\Redaction Web\Projet deux\Photos\CP RedWeb\Screenshot_20230922-095134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310" y="218940"/>
            <a:ext cx="4378817" cy="5679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 8" descr="C:\Users\OS\Desktop\D-CLIC MARKETING\Redaction Web\Projet deux\Photos\CP RedWeb\Screenshot_20230922-095026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9607" y="218939"/>
            <a:ext cx="4262128" cy="56795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1167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056477" y="6027312"/>
            <a:ext cx="8684503" cy="527353"/>
          </a:xfrm>
        </p:spPr>
        <p:txBody>
          <a:bodyPr/>
          <a:lstStyle/>
          <a:p>
            <a:pPr algn="ctr"/>
            <a:r>
              <a:rPr lang="fr-FR" sz="2000" b="1" dirty="0" smtClean="0"/>
              <a:t>Fiches Produits</a:t>
            </a:r>
            <a:endParaRPr lang="fr-FR" sz="2000" b="1" dirty="0"/>
          </a:p>
        </p:txBody>
      </p:sp>
      <p:pic>
        <p:nvPicPr>
          <p:cNvPr id="5" name="Image 4" descr="C:\Users\OS\Desktop\D-CLIC MARKETING\Redaction Web\Projet deux\Photos\Fiche produit RedWeb\Screenshot_20230922-100739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56" y="592428"/>
            <a:ext cx="4442099" cy="498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 5" descr="C:\Users\OS\Desktop\D-CLIC MARKETING\Redaction Web\Projet deux\Photos\Fiche produit RedWeb\Screenshot_20230922-100625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350" y="592428"/>
            <a:ext cx="4287869" cy="49841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560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056477" y="6027312"/>
            <a:ext cx="8684503" cy="527353"/>
          </a:xfrm>
        </p:spPr>
        <p:txBody>
          <a:bodyPr/>
          <a:lstStyle/>
          <a:p>
            <a:pPr algn="ctr"/>
            <a:r>
              <a:rPr lang="fr-FR" sz="2000" b="1" dirty="0" smtClean="0"/>
              <a:t>Livres Blancs</a:t>
            </a:r>
            <a:endParaRPr lang="fr-FR" sz="2000" b="1" dirty="0"/>
          </a:p>
        </p:txBody>
      </p:sp>
      <p:pic>
        <p:nvPicPr>
          <p:cNvPr id="7" name="Image 6" descr="C:\Users\OS\Desktop\D-CLIC MARKETING\Redaction Web\Projet deux\Photos\Livre blanc RedWeb\cybercite_livre_blanc_content_journey_double_1_site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47" y="925776"/>
            <a:ext cx="5455262" cy="4496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 7" descr="C:\Users\OS\Desktop\D-CLIC MARKETING\Redaction Web\Projet deux\Photos\Livre blanc RedWeb\Livre-blanc-le-guide-ultime-example-YLW-1024x485.png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375" y="925776"/>
            <a:ext cx="5687400" cy="44962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5261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056477" y="5782611"/>
            <a:ext cx="8684503" cy="527353"/>
          </a:xfrm>
        </p:spPr>
        <p:txBody>
          <a:bodyPr/>
          <a:lstStyle/>
          <a:p>
            <a:pPr algn="ctr"/>
            <a:r>
              <a:rPr lang="fr-FR" sz="2000" b="1" dirty="0" smtClean="0"/>
              <a:t>Publications engageantes</a:t>
            </a:r>
            <a:endParaRPr lang="fr-FR" sz="2000" b="1" dirty="0"/>
          </a:p>
        </p:txBody>
      </p:sp>
      <p:pic>
        <p:nvPicPr>
          <p:cNvPr id="5" name="Image 4" descr="C:\Users\OS\Desktop\D-CLIC MARKETING\Redaction Web\Projet deux\Photos\FAQ RedWeb\Capture-decran-2018-04-17-a-13.55.34.png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744" y="683331"/>
            <a:ext cx="5579745" cy="4635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 5" descr="C:\Users\OS\Desktop\D-CLIC MARKETING\Redaction Web\Projet deux\Photos\FAQ RedWeb\post-sponsorise-instagram-exemples-e1577109198671.png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598" y="683330"/>
            <a:ext cx="5549265" cy="46356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7507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056477" y="5782611"/>
            <a:ext cx="8684503" cy="527353"/>
          </a:xfrm>
        </p:spPr>
        <p:txBody>
          <a:bodyPr/>
          <a:lstStyle/>
          <a:p>
            <a:pPr algn="ctr"/>
            <a:r>
              <a:rPr lang="fr-FR" sz="2000" b="1" dirty="0" smtClean="0"/>
              <a:t>Foire aux Questions</a:t>
            </a:r>
            <a:endParaRPr lang="fr-FR" sz="2000" b="1" dirty="0"/>
          </a:p>
        </p:txBody>
      </p:sp>
      <p:pic>
        <p:nvPicPr>
          <p:cNvPr id="7" name="Image 6" descr="C:\Users\OS\Desktop\D-CLIC MARKETING\Redaction Web\Projet deux\Photos\FAQ RedWeb\mcdo-faq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929" y="813609"/>
            <a:ext cx="5549900" cy="48444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8844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056477" y="5782611"/>
            <a:ext cx="8684503" cy="527353"/>
          </a:xfrm>
        </p:spPr>
        <p:txBody>
          <a:bodyPr/>
          <a:lstStyle/>
          <a:p>
            <a:pPr algn="ctr"/>
            <a:r>
              <a:rPr lang="fr-FR" sz="2000" b="1" dirty="0" smtClean="0"/>
              <a:t>Newsletters</a:t>
            </a:r>
            <a:endParaRPr lang="fr-FR" sz="2000" b="1" dirty="0"/>
          </a:p>
        </p:txBody>
      </p:sp>
      <p:pic>
        <p:nvPicPr>
          <p:cNvPr id="4" name="Image 3" descr="C:\Users\OS\Desktop\D-CLIC MARKETING\Redaction Web\Projet deux\Photos\FAQ RedWeb\canva_newsletter1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413" y="577009"/>
            <a:ext cx="5548630" cy="50342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029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</TotalTime>
  <Words>23</Words>
  <Application>Microsoft Office PowerPoint</Application>
  <PresentationFormat>Grand écran</PresentationFormat>
  <Paragraphs>8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Exemples de contenus rédactionnels en Rédaction Web</vt:lpstr>
      <vt:lpstr>Articles de Blog</vt:lpstr>
      <vt:lpstr>Communiqués de Presse</vt:lpstr>
      <vt:lpstr>Fiches Produits</vt:lpstr>
      <vt:lpstr>Livres Blancs</vt:lpstr>
      <vt:lpstr>Publications engageantes</vt:lpstr>
      <vt:lpstr>Foire aux Questions</vt:lpstr>
      <vt:lpstr>Newsletters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Exemples de contenus rédactionnels en Rédaction Web</dc:title>
  <dc:creator>OS</dc:creator>
  <cp:lastModifiedBy>OS</cp:lastModifiedBy>
  <cp:revision>2</cp:revision>
  <dcterms:created xsi:type="dcterms:W3CDTF">2023-08-28T14:23:46Z</dcterms:created>
  <dcterms:modified xsi:type="dcterms:W3CDTF">2023-08-28T14:38:55Z</dcterms:modified>
</cp:coreProperties>
</file>